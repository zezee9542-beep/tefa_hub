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f87576a67b4c46" /><Relationship Type="http://schemas.openxmlformats.org/officeDocument/2006/relationships/extended-properties" Target="/docProps/app.xml" Id="R264cd7044b6e460a" /><Relationship Type="http://schemas.openxmlformats.org/officeDocument/2006/relationships/officeDocument" Target="/ppt/presentation.xml" Id="Raa942d5445ff4e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b00e82feb64ba8"/>
  </p:sldMasterIdLst>
  <p:notesMasterIdLst>
    <p:notesMasterId xmlns:r="http://schemas.openxmlformats.org/officeDocument/2006/relationships" r:id="R59df485beabe4e46"/>
  </p:notesMasterIdLst>
  <p:sldIdLst>
    <p:sldId xmlns:r="http://schemas.openxmlformats.org/officeDocument/2006/relationships" id="256" r:id="Rf04fccf1a3544bfd"/>
    <p:sldId xmlns:r="http://schemas.openxmlformats.org/officeDocument/2006/relationships" id="257" r:id="R1c3eb12ddee44398"/>
    <p:sldId xmlns:r="http://schemas.openxmlformats.org/officeDocument/2006/relationships" id="258" r:id="Rc1e6b61459be449a"/>
    <p:sldId xmlns:r="http://schemas.openxmlformats.org/officeDocument/2006/relationships" id="259" r:id="R196a1a1a4dc44cc2"/>
    <p:sldId xmlns:r="http://schemas.openxmlformats.org/officeDocument/2006/relationships" id="260" r:id="Re801667de5bb4e74"/>
    <p:sldId xmlns:r="http://schemas.openxmlformats.org/officeDocument/2006/relationships" id="261" r:id="Rcd8e97b568e448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cd5d0eeeef4c23" /><Relationship Type="http://schemas.openxmlformats.org/officeDocument/2006/relationships/slideMaster" Target="/ppt/slideMasters/slideMaster1.xml" Id="R2ab00e82feb64ba8" /><Relationship Type="http://schemas.openxmlformats.org/officeDocument/2006/relationships/notesMaster" Target="/ppt/notesMasters/notesMaster1.xml" Id="R59df485beabe4e46" /><Relationship Type="http://schemas.openxmlformats.org/officeDocument/2006/relationships/presProps" Target="/ppt/presProps.xml" Id="R46c8d8276c1546f0" /><Relationship Type="http://schemas.openxmlformats.org/officeDocument/2006/relationships/tableStyles" Target="/ppt/tableStyles.xml" Id="R6a186d367e0d4b65" /><Relationship Type="http://schemas.openxmlformats.org/officeDocument/2006/relationships/slide" Target="/ppt/slides/slide1.xml" Id="Rf04fccf1a3544bfd" /><Relationship Type="http://schemas.openxmlformats.org/officeDocument/2006/relationships/slide" Target="/ppt/slides/slide2.xml" Id="R1c3eb12ddee44398" /><Relationship Type="http://schemas.openxmlformats.org/officeDocument/2006/relationships/slide" Target="/ppt/slides/slide3.xml" Id="Rc1e6b61459be449a" /><Relationship Type="http://schemas.openxmlformats.org/officeDocument/2006/relationships/slide" Target="/ppt/slides/slide4.xml" Id="R196a1a1a4dc44cc2" /><Relationship Type="http://schemas.openxmlformats.org/officeDocument/2006/relationships/slide" Target="/ppt/slides/slide5.xml" Id="Re801667de5bb4e74" /><Relationship Type="http://schemas.openxmlformats.org/officeDocument/2006/relationships/slide" Target="/ppt/slides/slide6.xml" Id="Rcd8e97b568e448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60b3c5cc9c48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46cf956ab84a6a" /><Relationship Type="http://schemas.openxmlformats.org/officeDocument/2006/relationships/notesMaster" Target="/ppt/notesMasters/notesMaster1.xml" Id="Rbf1e863cb10d4c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694931b0c44e83" /><Relationship Type="http://schemas.openxmlformats.org/officeDocument/2006/relationships/notesMaster" Target="/ppt/notesMasters/notesMaster1.xml" Id="Rc5ee0a6145dd46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ff09a2f62b4f6d" /><Relationship Type="http://schemas.openxmlformats.org/officeDocument/2006/relationships/notesMaster" Target="/ppt/notesMasters/notesMaster1.xml" Id="R7b73bd3e892e42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c28a988bd545ba" /><Relationship Type="http://schemas.openxmlformats.org/officeDocument/2006/relationships/notesMaster" Target="/ppt/notesMasters/notesMaster1.xml" Id="Rb39ee54b7d8c41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9d8fc3a5eb4b35" /><Relationship Type="http://schemas.openxmlformats.org/officeDocument/2006/relationships/notesMaster" Target="/ppt/notesMasters/notesMaster1.xml" Id="R1b75ecb95bc741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d1d108d94d475d" /><Relationship Type="http://schemas.openxmlformats.org/officeDocument/2006/relationships/notesMaster" Target="/ppt/notesMasters/notesMaster1.xml" Id="R0bc16320c1d244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Pembuka. Sampaikan bahwa TEFA-Hub menghubungkan kebutuhan belajar, produksi, dan karier siswa dalam satu platform. Ganti nama tim dan asal sekolah sebelum presentasi. Sumber visual: public/assets/logo.png dan public/assets/human.png.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tiga kelompok fitur utama dan teknologi yang benar-benar ada di proyek. Sumber: routes/web.php, composer show --direct, package.json, app/Http/Controllers/AiNavigatorController.php.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Bedakan optimasi yang sudah terdapat dalam aplikasi dengan strategi skala berikutnya. Jangan menyampaikan rencana Redis atau load balancer sebagai fitur yang sudah aktif. Sumber: app/Http/Controllers/AiNavigatorController.php dan .github/workflows/deploy.yml.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bahwa validasi aplikasi sudah dilakukan, tetapi benchmark beban belum direkam sehingga deck tidak menampilkan angka fiktif. Jelaskan rencana uji dan metrik yang akan dipakai. Sumber: tests/Feature/ExampleTest.php, hasil php artisan view:cache, serta rancangan pengujian tim.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Tunjukkan screenshot landing page. Jelaskan alur push sampai cache Laravel aktif di VPS. Sumber: public/preview2.png dan .github/workflows/deploy.yml.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Tutup dengan capaian yang sudah ada, lalu tunjukkan bahwa pengembangan berikutnya terukur dan realistis. Ganti nama tim sebelum presentasi. Sumber: rangkuman fitur, workflow deploy, dan rencana teknis tim.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741583b59e4c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f4e55a3ca84811" /><Relationship Type="http://schemas.openxmlformats.org/officeDocument/2006/relationships/slideLayout" Target="/ppt/slideLayouts/slideLayout1.xml" Id="R9c8e47ff53c34c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8e47ff53c34c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3575ab15a4b3a" /><Relationship Type="http://schemas.openxmlformats.org/officeDocument/2006/relationships/image" Target="/ppt/media/image.png" Id="Re848b368c30341ab" /><Relationship Type="http://schemas.openxmlformats.org/officeDocument/2006/relationships/image" Target="/ppt/media/image2.png" Id="R6cafbba5dc4a4b52" /><Relationship Type="http://schemas.openxmlformats.org/officeDocument/2006/relationships/notesSlide" Target="/ppt/notesSlides/notesSlide1.xml" Id="R35947fe6b2ad41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00c7ec2ad4437" /><Relationship Type="http://schemas.openxmlformats.org/officeDocument/2006/relationships/image" Target="/ppt/media/image3.png" Id="Rb97a15dd17b7463a" /><Relationship Type="http://schemas.openxmlformats.org/officeDocument/2006/relationships/notesSlide" Target="/ppt/notesSlides/notesSlide2.xml" Id="R33181a8b4e054e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8442d009b4b86" /><Relationship Type="http://schemas.openxmlformats.org/officeDocument/2006/relationships/notesSlide" Target="/ppt/notesSlides/notesSlide3.xml" Id="R6ecfdca1c73144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0af5fb07b40aa" /><Relationship Type="http://schemas.openxmlformats.org/officeDocument/2006/relationships/notesSlide" Target="/ppt/notesSlides/notesSlide4.xml" Id="Rd84348bd071a45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ff2bd6dfe43a7" /><Relationship Type="http://schemas.openxmlformats.org/officeDocument/2006/relationships/image" Target="/ppt/media/image4.png" Id="R82290944791949d3" /><Relationship Type="http://schemas.openxmlformats.org/officeDocument/2006/relationships/notesSlide" Target="/ppt/notesSlides/notesSlide5.xml" Id="Rc0bd565b69d047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d8639d8c74ead" /><Relationship Type="http://schemas.openxmlformats.org/officeDocument/2006/relationships/image" Target="/ppt/media/image5.png" Id="R67ebecb750c44819" /><Relationship Type="http://schemas.openxmlformats.org/officeDocument/2006/relationships/notesSlide" Target="/ppt/notesSlides/notesSlide6.xml" Id="Rdc5669155a4442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5C810-1D3F-4B96-BB2A-E4B6F5EC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3AAC5-D422-4CE2-8547-2BCAC459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D809C-4E07-43D4-8AA0-24958445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0"/>
            <a:ext cx="3009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3A29F-2670-4816-BE0D-A89C076E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9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TEFA-Hub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CD97A-18E5-45DA-B5C2-D45417CB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B56F3-87C3-4677-BC25-5D65C9F8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4782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BOOTCAMP &amp; FINAL  •  WEB DEVELOPMENT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AB2DF-ACA1-4EDF-AB10-938DFCAB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810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Ekosistem digital terpadu untuk perjalanan siswa SMK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1154A-1B35-49CD-B74A-B491F531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3385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Platform TEFA-Hub menyatukan layanan akademik, karya BLUD, akses karier BKK, dan bantuan informasi dalam satu pengalaman web.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A8D4C-621C-420E-98AD-87946AE1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3E3F5-1585-4173-B73D-10D25458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Nama tim: [Isi nama tim]</a:t>
            </a:r>
          </a:p>
          <a:p xmlns:a="http://schemas.openxmlformats.org/drawingml/2006/main">
            <a:pPr algn="l">
              <a:defRPr sz="112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Asal sekolah: [Isi nama sekolah]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DDF6F-D797-4947-8094-365E3A0E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3150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Pitch deck proyek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8b368c30341ab"/>
          <a:stretch xmlns:a="http://schemas.openxmlformats.org/drawingml/2006/main"/>
        </p:blipFill>
        <p:spPr>
          <a:xfrm xmlns:a="http://schemas.openxmlformats.org/drawingml/2006/main">
            <a:off x="6705600" y="1673650"/>
            <a:ext cx="4762500" cy="409172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fbba5dc4a4b52"/>
          <a:stretch xmlns:a="http://schemas.openxmlformats.org/drawingml/2006/main"/>
        </p:blipFill>
        <p:spPr>
          <a:xfrm xmlns:a="http://schemas.openxmlformats.org/drawingml/2006/main">
            <a:off x="685800" y="526143"/>
            <a:ext cx="495300" cy="4717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997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D68E88-D4BB-421D-BB9A-2B1E2240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PRODUK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4002C-FA4E-4B51-8A59-26065000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Fitur dan teknologi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F89D8-A007-4B1D-9616-E204C708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6CB9E-D98A-487D-92AB-90BAA658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388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EF4D0-B88F-4BD0-B714-5E3C7584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50B1C-9280-42FE-885A-A98BFC47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7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TEFA-Hub menyediakan alur layanan yang berbeda sesuai peran pengguna.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91379-DBA2-46F5-85EC-9E5EDD36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25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3DDA7-C6D6-4A0B-82F0-3A7022CF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95525"/>
            <a:ext cx="320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Akses berbasis peran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8B3E5-FDA4-4517-B7D5-B2EF02AD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Halaman dan izin terpisah untuk siswa, guru, dan administrator dengan Spatie Permission.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43F56-36FA-4195-9BF0-976918B8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25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5EF39-7B38-4CA3-B143-6CE243E0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43275"/>
            <a:ext cx="320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Modul vokasi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6A33E-B261-4615-BE7E-585FF045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195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Akademik, publikasi produk BLUD, lowongan serta lamaran BKK, profil, dan riwayat aktivitas.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D959A-C14B-42E2-98A8-33F17BE8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25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6A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6A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1A95A-DB47-4860-84F3-DBF287D8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91025"/>
            <a:ext cx="320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Tanya Tefa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14DA5-7A93-4500-AA34-06BDEDFB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672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48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Navigator berbasis intent untuk PPDB, akademik, BLUD, BKK, bantuan akun, dan layanan administrasi.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E2913F-CE11-45DE-8BB4-3FB3A0A2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24025"/>
            <a:ext cx="5715000" cy="3733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FE8410-2848-4E89-AD13-56C1489D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48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Teknologi inti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92465-128B-4546-9FE1-92A45A26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43475"/>
            <a:ext cx="489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Laravel 13, PHP 8.5, Blade, MySQL, Vite, Tailwind CSS, JavaScript, dan Spatie Laravel Permission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445D1D-E989-4F08-8770-0329015C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Implementasi aplikasi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BFA9E4-3FAE-4973-99C6-BD88AC79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928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2342"/>
                </a:solidFill>
                <a:latin typeface="Arial"/>
                <a:ea typeface="Arial"/>
                <a:cs typeface="Arial"/>
              </a:rPr>
              <a:t>26 route aplikasi mencakup halaman publik, autentikasi, dashboard siswa, API data, AI Navigator, dan monitor admin.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a15dd17b7463a"/>
          <a:stretch xmlns:a="http://schemas.openxmlformats.org/drawingml/2006/main"/>
        </p:blipFill>
        <p:spPr>
          <a:xfrm xmlns:a="http://schemas.openxmlformats.org/drawingml/2006/main">
            <a:off x="7124700" y="1790643"/>
            <a:ext cx="2952750" cy="27052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3449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AC8CD0-3210-4F85-BF98-FBFF5431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PRODUKSI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75557-4B6D-4E3F-AFDE-F4DE9CF3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Optimasi dan strategi skalabilitas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4C2CD-A792-4835-9D9D-D6F631AA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E0575-DAAC-4EE4-983F-84971335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388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02638-37D1-4539-BC31-44CD3191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FCE29-7B1C-477E-BEB0-143B472E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Optimasi yang sudah dipakai menjaga proses deploy dan respons aplikasi tetap efisien.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1ADE2-E9DB-48A8-A4A3-187BB6F2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72050" cy="323850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E230C-FEBA-4FBE-82FD-CCE95E4F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Sudah diimplementasikan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A7704-2BBF-4FB4-84DB-A5A78D3E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384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Cache aplikasi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A0165-BD61-4F08-99EE-510E9D93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78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Jawaban Tanya Tefa AI disimpan 2 sampai 24 jam sesuai sumber respons agar pertanyaan berulang tidak selalu memanggil API.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A2284-6B67-4009-89AC-B3177EEE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481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Cache saat deploy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B114F-5A27-4A49-B8A9-BD3DE1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Pipeline produksi membuat cache konfigurasi, route, dan view setelah migration dijalankan.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1DE15-E394-4A11-97EE-823BB198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91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Waktu tunggu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F766F-63BA-446F-8EF0-72767CAD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863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05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Permintaan ke layanan AI memakai timeout 4 detik dan meneruskan fallback pengetahuan lokal bila layanan eksternal tidak tersedia.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74054-B601-4621-BDAA-A3CB4193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5334000" cy="323850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1123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0C827-509B-46E8-9923-B1586BA4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Saat traffic meningkat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751E9-9EE8-4E0B-B7BE-82795E97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051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903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2B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2B8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FD5D86-A0D4-4A87-8243-1F153380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86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Pindahkan cache, session, dan queue dari database ke Redis.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FD5CFC-A45D-4320-819E-DE769CD1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903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2B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2B8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D600D-65B8-445C-9D44-A534876A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957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Jalankan queue worker untuk proses yang tidak harus selesai di permintaan pengguna.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02080-66F2-49FE-B1C8-ADBFE52E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291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903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2B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2B8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966B20-8EA6-4911-867E-8DFA93C5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10075"/>
            <a:ext cx="4095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86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Tambahkan indeks database, pemantauan query lambat, reverse proxy, dan load balancer bila kapasitas satu server tidak cukup.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7DC4ED-4F06-4DF3-A657-7D7C8F08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112342"/>
                </a:solidFill>
                <a:latin typeface="Arial"/>
                <a:ea typeface="Arial"/>
                <a:cs typeface="Arial"/>
              </a:rPr>
              <a:t>Strategi berikutnya bergantung pada hasil benchmark nyata dan pola trafik pengguna.</a:t>
            </a:r>
          </a:p>
        </p:txBody>
      </p:sp>
    </p:spTree>
    <p:extLst>
      <p:ext uri="{BB962C8B-B14F-4D97-AF65-F5344CB8AC3E}">
        <p14:creationId xmlns:p14="http://schemas.microsoft.com/office/powerpoint/2010/main" val="21089912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5CE0D-40C2-46C6-B8A3-0AA953A1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VALIDASI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44C88-9343-48C8-8B5B-139FAD89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Uji performa dan analisis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B4050-AA25-4AFD-8405-C2B8FE58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F521D-2D0E-4CB7-A455-B5D80166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388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9676A-E105-416D-A735-5D276E19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7EFC4-A442-4FEC-9632-7BBFD2CB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Pengukuran beban perlu dilakukan dengan skenario yang merepresentasikan penggunaan nyata.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398D4-412D-4E38-A1E1-9FD98A9D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6695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68D83-8944-4D91-A769-76B7365E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6695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836B5-5DCE-4D49-909B-BB5DC7FF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Validasi saat 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D8837-7285-4AD2-99D6-EB28048D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905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7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Pengujian Laravel memverifikasi halaman utama mengembalikan HTTP 200. Cache Blade juga berhasil dibuat sebelum deploy.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CC822-D348-4100-8F5F-9E460661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Bukti yang tersedia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80966-A95C-436F-AC5A-F9642887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php artisan test</a:t>
            </a:r>
          </a:p>
          <a:p xmlns:a="http://schemas.openxmlformats.org/drawingml/2006/main">
            <a:pPr algn="l">
              <a:defRPr sz="112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php artisan view:cache</a:t>
            </a:r>
          </a:p>
          <a:p xmlns:a="http://schemas.openxmlformats.org/drawingml/2006/main">
            <a:pPr algn="l">
              <a:defRPr sz="112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Route list aplikasi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8FD5D-4747-4641-9E7C-E76A59C9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02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Benchmark berikutnya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4DEC8-8AD0-4FBF-A1FC-D803DD8A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38425"/>
            <a:ext cx="300037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Lighthouse mengukur LCP, CLS, dan Total Blocking Time halaman publik.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k6 atau ApacheBench menjalankan 20, 50, lalu 100 pengguna bersamaan pada halaman utama, login, dan API dashboard.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Laravel Pail, access log, serta slow query log mencatat error dan titik bottleneck.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55620-94E7-4A08-81DD-F7EA47B3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002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Output keputusan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688D1-E674-4AE7-98B6-5EE34321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38425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Catat p95 latency, error rate, CPU, memori, dan waktu query.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Jika hasil melewati kapasitas server, prioritaskan Redis, indeks database, queue worker, dan cache aset statis.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AC53D-B2B2-411D-BEB1-C8719340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95800"/>
            <a:ext cx="25717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EA842-287B-4A07-B643-80A7EBF1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482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761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Catatan penting</a:t>
            </a:r>
          </a:p>
          <a:p xmlns:a="http://schemas.openxmlformats.org/drawingml/2006/main">
            <a:pPr algn="l">
              <a:defRPr sz="105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Belum ada angka benchmark yang direkam.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686F87-4D6D-46B3-AA9A-AD7D7A3F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112342"/>
                </a:solidFill>
                <a:latin typeface="Arial"/>
                <a:ea typeface="Arial"/>
                <a:cs typeface="Arial"/>
              </a:rPr>
              <a:t>Kejujuran data memperkuat presentasi teknis.</a:t>
            </a:r>
          </a:p>
        </p:txBody>
      </p:sp>
    </p:spTree>
    <p:extLst>
      <p:ext uri="{BB962C8B-B14F-4D97-AF65-F5344CB8AC3E}">
        <p14:creationId xmlns:p14="http://schemas.microsoft.com/office/powerpoint/2010/main" val="11272565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4B5AB-6B11-492C-B6AE-F52302A9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RILIS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56D46-2789-483D-A85C-24575F7A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Hasil deploy website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C5004-6A97-4C19-9417-5BD3B8FD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B9FD6-B081-4E48-BA45-29A62DA0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388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D8F52-EF38-4D8A-97CD-399BF773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9BC8D-74B8-4724-8D87-859EBCEC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73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60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Tampilan landing page menunjukkan akses awal ke Akademik, BLUD, BKK, PPDB, dan autentikasi pengguna.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A2221-19FB-4FA7-9E51-8F5094D1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572250" cy="3695700"/>
          </a:xfrm>
          <a:prstGeom xmlns:a="http://schemas.openxmlformats.org/drawingml/2006/main" prst="roundRect">
            <a:avLst>
              <a:gd name="adj" fmla="val 5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B404A-9880-4CD7-8FB3-AC9986CB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47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Target publik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863EA-B048-41D4-976E-FD12E211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336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tefahub.my.id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A24B3-312E-422A-838E-5FDB041C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575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E1F6B-531B-471B-B82D-35C89D59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051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23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2342"/>
                </a:solidFill>
                <a:latin typeface="Arial"/>
                <a:ea typeface="Arial"/>
                <a:cs typeface="Arial"/>
              </a:rPr>
              <a:t>Alur deploy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8024B-9158-4946-94A2-3A31EBA8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29025"/>
            <a:ext cx="3095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Push ke branch main memulai GitHub Actions. Workflow mengunggah aplikasi melalui SCP ke VPS Webuzo, memasang dependensi production, menjalankan migration, lalu membangun cache konfigurasi, route, dan 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8111A-A73C-4F6C-B7E9-C06277CC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4350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E081A-5A33-4E36-B006-AED90FAB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210175"/>
            <a:ext cx="1114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GitHub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A91F4-4477-4FF5-8D1C-5AB7D834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435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CA61EB-FEC7-4878-9F8B-19AD530A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101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Webuzo VPS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07054-3656-4B87-87CF-BF494924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94A3B8"/>
                </a:solidFill>
                <a:latin typeface="Arial"/>
                <a:ea typeface="Arial"/>
                <a:cs typeface="Arial"/>
              </a:rPr>
              <a:t>Screenshot UI berasal dari hasil implementasi proyek.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90944791949d3"/>
          <a:srcRect xmlns:a="http://schemas.openxmlformats.org/drawingml/2006/main" l="0" t="6606" r="0" b="66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" y="2295525"/>
            <a:ext cx="6286500" cy="3409950"/>
          </a:xfrm>
          <a:prstGeom xmlns:a="http://schemas.openxmlformats.org/drawingml/2006/main" prst="roundRect">
            <a:avLst>
              <a:gd name="adj" fmla="val 3911"/>
            </a:avLst>
          </a:prstGeom>
        </p:spPr>
      </p:pic>
    </p:spTree>
    <p:extLst>
      <p:ext uri="{BB962C8B-B14F-4D97-AF65-F5344CB8AC3E}">
        <p14:creationId xmlns:p14="http://schemas.microsoft.com/office/powerpoint/2010/main" val="1015435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23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51DC2-3469-42D8-A442-2669AA8A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Kesimpulan dan rencana pengembangan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F0135-2D87-4195-920D-074420C3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8F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8F5"/>
                </a:solidFill>
                <a:latin typeface="Arial"/>
                <a:ea typeface="Arial"/>
                <a:cs typeface="Arial"/>
              </a:rPr>
              <a:t>TEFA-Hub telah membangun fondasi platform vokasi yang memadukan layanan sekolah dan kebutuhan pengguna dalam satu aplikasi web.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CAB60-9386-4C82-BD2A-97B50377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547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3D5E0-52A2-4C5F-B947-4CFA8966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2B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2B8FF"/>
                </a:solidFill>
                <a:latin typeface="Arial"/>
                <a:ea typeface="Arial"/>
                <a:cs typeface="Arial"/>
              </a:rPr>
              <a:t>Capaian saat ini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BCC4F-BA7C-412F-9F03-A3069CCD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Akses per peran, modul Akademik, BLUD, BKK, AI Navigator, riwayat aktivitas, dan alur deploy otomatis sudah tersedia dalam proyek.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8B96A-A369-40D3-8584-310ED7BF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2B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2B8FF"/>
                </a:solidFill>
                <a:latin typeface="Arial"/>
                <a:ea typeface="Arial"/>
                <a:cs typeface="Arial"/>
              </a:rPr>
              <a:t>Langkah berikutnya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D6A63-4911-4956-98AE-967904E2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81425"/>
            <a:ext cx="4324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Merekam baseline performa, memperkuat cache dan queue, meningkatkan keamanan HTTPS, serta menambahkan monitoring uptime dan database.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76D1D-182E-4960-B47A-739712A1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4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F5D43-8E2C-4122-9C91-1E914929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Terima kasih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27283-9725-482B-BE4E-49205BCF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8F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9D8F5"/>
                </a:solidFill>
                <a:latin typeface="Arial"/>
                <a:ea typeface="Arial"/>
                <a:cs typeface="Arial"/>
              </a:rPr>
              <a:t>Nama tim: [Isi nama tim]  |  TEFA-Hub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F68A7-A43E-46C1-956E-B7911506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388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9D8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9D8F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becb750c44819"/>
          <a:stretch xmlns:a="http://schemas.openxmlformats.org/drawingml/2006/main"/>
        </p:blipFill>
        <p:spPr>
          <a:xfrm xmlns:a="http://schemas.openxmlformats.org/drawingml/2006/main">
            <a:off x="685800" y="563336"/>
            <a:ext cx="457200" cy="4354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092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2026-09-30T18:08:04.3730000Z</dcterms:created>
  <dcterms:modified xsi:type="dcterms:W3CDTF">2026-09-30T18:08:04.3730000Z</dcterms:modified>
</coreProperties>
</file>